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que no llega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masivos que se pierden en la bandeja de spam o no se leen.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no sabe quién leyó qué, qué delegados están activos, qué interesa.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presenciales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requiere ir a la sede, papeles, esperas.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11.000 cotizantes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cómo ver quién en su edificio es no-afiliado y podría sumarse.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Carteles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11.000 cotizantes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Cotizantes a captar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Compartible por WhatsApp orgánico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Identificables por el delegado en su edificio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11.000+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no-APOPS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994931" y="1737360"/>
            <a:ext cx="4290529" cy="4572000"/>
          </a:xfrm>
          <a:prstGeom prst="roundRect">
            <a:avLst>
              <a:gd name="adj" fmla="val 2131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9211" y="1691640"/>
            <a:ext cx="4290529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06271" y="1737360"/>
            <a:ext cx="3467850" cy="4572000"/>
          </a:xfrm>
          <a:prstGeom prst="roundRect">
            <a:avLst>
              <a:gd name="adj" fmla="val 2637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0551" y="1691640"/>
            <a:ext cx="34678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86438" y="1737360"/>
            <a:ext cx="6907516" cy="4572000"/>
          </a:xfrm>
          <a:prstGeom prst="roundRect">
            <a:avLst>
              <a:gd name="adj" fmla="val 2000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padron-map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0718" y="1691640"/>
            <a:ext cx="6907516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83583" y="1737360"/>
            <a:ext cx="6513226" cy="4572000"/>
          </a:xfrm>
          <a:prstGeom prst="roundRect">
            <a:avLst>
              <a:gd name="adj" fmla="val 2000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7863" y="1691640"/>
            <a:ext cx="6513226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cotizante ANSES entra a apops.vercel.app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Cartilla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de prestadores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turnos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online para sede, asesoramiento jurídico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Recibos y aportes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financiero integrado con RRHH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2026-06-01T18:59:35Z</dcterms:created>
  <dcterms:modified xsi:type="dcterms:W3CDTF">2026-06-01T18:59:35Z</dcterms:modified>
</cp:coreProperties>
</file>