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2660" dirty="0"/>
          </a:p>
        </p:txBody>
      </p:sp>
      <p:sp>
        <p:nvSpPr>
          <p:cNvPr id="9" name="Text 7"/>
          <p:cNvSpPr/>
          <p:nvPr/>
        </p:nvSpPr>
        <p:spPr>
          <a:xfrm>
            <a:off x="1508760" y="2697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31546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y mensajes con alertas a los afiliados, delegados y también a la Comisión Directiva (CD).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2697480"/>
            <a:ext cx="640080" cy="64008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60" dirty="0"/>
          </a:p>
        </p:txBody>
      </p:sp>
      <p:sp>
        <p:nvSpPr>
          <p:cNvPr id="14" name="Text 12"/>
          <p:cNvSpPr/>
          <p:nvPr/>
        </p:nvSpPr>
        <p:spPr>
          <a:xfrm>
            <a:off x="5303520" y="2697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31546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Directiva (CD) va a saber quién leyó qué, qué delegados/afiliados recibieron la comunicación.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2697480"/>
            <a:ext cx="640080" cy="64008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660" dirty="0"/>
          </a:p>
        </p:txBody>
      </p:sp>
      <p:sp>
        <p:nvSpPr>
          <p:cNvPr id="19" name="Text 17"/>
          <p:cNvSpPr/>
          <p:nvPr/>
        </p:nvSpPr>
        <p:spPr>
          <a:xfrm>
            <a:off x="9098280" y="2697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online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98280" y="31546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desde la aplicación con firma digital, simple y con posterior aprobación. Recibo de alertas que llegaron sus anteojos.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2660" dirty="0"/>
          </a:p>
        </p:txBody>
      </p:sp>
      <p:sp>
        <p:nvSpPr>
          <p:cNvPr id="24" name="Text 22"/>
          <p:cNvSpPr/>
          <p:nvPr/>
        </p:nvSpPr>
        <p:spPr>
          <a:xfrm>
            <a:off x="1508760" y="4572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de ANSES invisibles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0292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6280" y="4572000"/>
            <a:ext cx="640080" cy="64008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660" dirty="0"/>
          </a:p>
        </p:txBody>
      </p:sp>
      <p:sp>
        <p:nvSpPr>
          <p:cNvPr id="29" name="Text 27"/>
          <p:cNvSpPr/>
          <p:nvPr/>
        </p:nvSpPr>
        <p:spPr>
          <a:xfrm>
            <a:off x="5303520" y="4572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03520" y="50292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herramientas para los delegados de los edificios y regionales. Mejor comunicación con los afiliados.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331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· SIN APP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4944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75234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</a:t>
            </a:r>
            <a:endParaRPr lang="en-US" sz="152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 WhatsApp que se pierde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743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75120" y="27432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30098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00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1520" dirty="0"/>
          </a:p>
        </p:txBody>
      </p:sp>
      <p:sp>
        <p:nvSpPr>
          <p:cNvPr id="17" name="Text 15"/>
          <p:cNvSpPr/>
          <p:nvPr/>
        </p:nvSpPr>
        <p:spPr>
          <a:xfrm>
            <a:off x="1097280" y="32918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que no se leen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32918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75120" y="32918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4962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849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520" dirty="0"/>
          </a:p>
        </p:txBody>
      </p:sp>
      <p:sp>
        <p:nvSpPr>
          <p:cNvPr id="23" name="Text 21"/>
          <p:cNvSpPr/>
          <p:nvPr/>
        </p:nvSpPr>
        <p:spPr>
          <a:xfrm>
            <a:off x="1097280" y="384048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35040" y="384048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75120" y="384048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34340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39826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3982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520" dirty="0"/>
          </a:p>
        </p:txBody>
      </p:sp>
      <p:sp>
        <p:nvSpPr>
          <p:cNvPr id="29" name="Text 27"/>
          <p:cNvSpPr/>
          <p:nvPr/>
        </p:nvSpPr>
        <p:spPr>
          <a:xfrm>
            <a:off x="1097280" y="438912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35040" y="438912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675120" y="438912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89204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" y="494690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49469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520" dirty="0"/>
          </a:p>
        </p:txBody>
      </p:sp>
      <p:sp>
        <p:nvSpPr>
          <p:cNvPr id="35" name="Text 33"/>
          <p:cNvSpPr/>
          <p:nvPr/>
        </p:nvSpPr>
        <p:spPr>
          <a:xfrm>
            <a:off x="1097280" y="493776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35040" y="493776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675120" y="493776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544068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549554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4955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</a:t>
            </a:r>
            <a:endParaRPr lang="en-US" sz="1520" dirty="0"/>
          </a:p>
        </p:txBody>
      </p:sp>
      <p:sp>
        <p:nvSpPr>
          <p:cNvPr id="41" name="Text 39"/>
          <p:cNvSpPr/>
          <p:nvPr/>
        </p:nvSpPr>
        <p:spPr>
          <a:xfrm>
            <a:off x="1097280" y="54864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035040" y="54864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675120" y="54864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A325C">
              <a:alpha val="70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6044184"/>
            <a:ext cx="365760" cy="36576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60441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1520" dirty="0"/>
          </a:p>
        </p:txBody>
      </p:sp>
      <p:sp>
        <p:nvSpPr>
          <p:cNvPr id="47" name="Text 45"/>
          <p:cNvSpPr/>
          <p:nvPr/>
        </p:nvSpPr>
        <p:spPr>
          <a:xfrm>
            <a:off x="1097280" y="6035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invisibles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035040" y="60350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6675120" y="6035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formulario de afiliación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Compañeros no activos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importantes para los trabajadores de ANSES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7.558+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no afiliados o de otros gremios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507" y="576072"/>
            <a:ext cx="5148635" cy="5486400"/>
          </a:xfrm>
          <a:prstGeom prst="roundRect">
            <a:avLst>
              <a:gd name="adj" fmla="val 2131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643" y="502920"/>
            <a:ext cx="5148635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114" y="576072"/>
            <a:ext cx="4161420" cy="5486400"/>
          </a:xfrm>
          <a:prstGeom prst="roundRect">
            <a:avLst>
              <a:gd name="adj" fmla="val 2637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250" y="502920"/>
            <a:ext cx="416142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576072"/>
            <a:ext cx="5303520" cy="3510335"/>
          </a:xfrm>
          <a:prstGeom prst="roundRect">
            <a:avLst>
              <a:gd name="adj" fmla="val 3126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5303520" cy="35103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576072"/>
            <a:ext cx="5303520" cy="3722839"/>
          </a:xfrm>
          <a:prstGeom prst="roundRect">
            <a:avLst>
              <a:gd name="adj" fmla="val 2947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5303520" cy="37228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926080"/>
            <a:ext cx="822960" cy="82296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26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42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compañero de ANSES entra a siempreapops y ve novedades, carousel y CTA "Afiliarme".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5" name="Shape 13"/>
          <p:cNvSpPr/>
          <p:nvPr/>
        </p:nvSpPr>
        <p:spPr>
          <a:xfrm>
            <a:off x="4617720" y="2926080"/>
            <a:ext cx="822960" cy="82296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2926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3420" dirty="0"/>
          </a:p>
        </p:txBody>
      </p:sp>
      <p:sp>
        <p:nvSpPr>
          <p:cNvPr id="17" name="Text 15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2" name="Shape 20"/>
          <p:cNvSpPr/>
          <p:nvPr/>
        </p:nvSpPr>
        <p:spPr>
          <a:xfrm>
            <a:off x="8412480" y="2926080"/>
            <a:ext cx="822960" cy="82296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2926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3420" dirty="0"/>
          </a:p>
        </p:txBody>
      </p:sp>
      <p:sp>
        <p:nvSpPr>
          <p:cNvPr id="24" name="Text 22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280" dirty="0"/>
          </a:p>
        </p:txBody>
      </p:sp>
      <p:sp>
        <p:nvSpPr>
          <p:cNvPr id="9" name="Text 7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292608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80" dirty="0"/>
          </a:p>
        </p:txBody>
      </p:sp>
      <p:sp>
        <p:nvSpPr>
          <p:cNvPr id="13" name="Text 11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92608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5664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280" dirty="0"/>
          </a:p>
        </p:txBody>
      </p:sp>
      <p:sp>
        <p:nvSpPr>
          <p:cNvPr id="17" name="Text 15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92608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7736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280" dirty="0"/>
          </a:p>
        </p:txBody>
      </p:sp>
      <p:sp>
        <p:nvSpPr>
          <p:cNvPr id="21" name="Text 19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280" dirty="0"/>
          </a:p>
        </p:txBody>
      </p:sp>
      <p:sp>
        <p:nvSpPr>
          <p:cNvPr id="25" name="Text 23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93592" y="466344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93592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280" dirty="0"/>
          </a:p>
        </p:txBody>
      </p:sp>
      <p:sp>
        <p:nvSpPr>
          <p:cNvPr id="29" name="Text 27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55664" y="466344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55664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280" dirty="0"/>
          </a:p>
        </p:txBody>
      </p:sp>
      <p:sp>
        <p:nvSpPr>
          <p:cNvPr id="33" name="Text 31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17736" y="4663440"/>
            <a:ext cx="548640" cy="548640"/>
          </a:xfrm>
          <a:prstGeom prst="ellipse">
            <a:avLst/>
          </a:prstGeom>
          <a:solidFill>
            <a:srgbClr val="1F72B8">
              <a:alpha val="40000"/>
            </a:srgbClr>
          </a:solidFill>
          <a:ln w="19050">
            <a:solidFill>
              <a:srgbClr val="1F72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17736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280" dirty="0"/>
          </a:p>
        </p:txBody>
      </p:sp>
      <p:sp>
        <p:nvSpPr>
          <p:cNvPr id="37" name="Text 35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43200"/>
            <a:ext cx="777240" cy="77724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230" dirty="0"/>
          </a:p>
        </p:txBody>
      </p:sp>
      <p:sp>
        <p:nvSpPr>
          <p:cNvPr id="9" name="Text 7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2743200"/>
            <a:ext cx="777240" cy="77724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7432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230" dirty="0"/>
          </a:p>
        </p:txBody>
      </p:sp>
      <p:sp>
        <p:nvSpPr>
          <p:cNvPr id="15" name="Text 13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0" y="2743200"/>
            <a:ext cx="777240" cy="777240"/>
          </a:xfrm>
          <a:prstGeom prst="ellipse">
            <a:avLst/>
          </a:prstGeom>
          <a:solidFill>
            <a:srgbClr val="7FCFE5">
              <a:alpha val="40000"/>
            </a:srgbClr>
          </a:solidFill>
          <a:ln w="19050">
            <a:solidFill>
              <a:srgbClr val="7FCF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27432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230" dirty="0"/>
          </a:p>
        </p:txBody>
      </p:sp>
      <p:sp>
        <p:nvSpPr>
          <p:cNvPr id="21" name="Text 19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en el mapa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encuestas periódicas para poder hacer una lectura de lo que está pasando con los afiliados y delegados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Regalos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 cuando se realiza algún tipo de regalo: día de la madre, padres, etc.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2026-06-01T21:41:19Z</dcterms:created>
  <dcterms:modified xsi:type="dcterms:W3CDTF">2026-06-01T21:41:19Z</dcterms:modified>
</cp:coreProperties>
</file>