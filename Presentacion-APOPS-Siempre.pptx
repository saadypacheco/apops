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y mensajes con alertas a los afiliados, delegados y también a la Comisión Directiva (CD).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Comisión Directiva (CD) va a saber quién leyó qué, qué delegados/afiliados recibieron la comunicación.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online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desde la aplicación con firma digital, simple y con posterior aprobación. Recibo de alertas que llegaron sus anteojos.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de ANSES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herramientas para los delegados de los edificios y regionales. Mejor comunicación con los afiliados.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o WhatsApp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formulario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Compañeros no activos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importantes para los trabajadores de ANSES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7.558+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no afiliados o de otros gremios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994931" y="1737360"/>
            <a:ext cx="4290529" cy="4572000"/>
          </a:xfrm>
          <a:prstGeom prst="roundRect">
            <a:avLst>
              <a:gd name="adj" fmla="val 2131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9211" y="1691640"/>
            <a:ext cx="4290529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06271" y="1737360"/>
            <a:ext cx="3467850" cy="4572000"/>
          </a:xfrm>
          <a:prstGeom prst="roundRect">
            <a:avLst>
              <a:gd name="adj" fmla="val 2637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0551" y="1691640"/>
            <a:ext cx="34678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86438" y="1737360"/>
            <a:ext cx="6907516" cy="4572000"/>
          </a:xfrm>
          <a:prstGeom prst="roundRect">
            <a:avLst>
              <a:gd name="adj" fmla="val 2000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padron-map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0718" y="1691640"/>
            <a:ext cx="6907516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83583" y="1737360"/>
            <a:ext cx="6513226" cy="4572000"/>
          </a:xfrm>
          <a:prstGeom prst="roundRect">
            <a:avLst>
              <a:gd name="adj" fmla="val 2000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7863" y="1691640"/>
            <a:ext cx="6513226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compañero de ANSES entra a siempreapops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en el mapa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encuestas periódicas para poder hacer una lectura de lo que está pasando con los afiliados y delegados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Regalos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automáticas cuando se realiza algún tipo de regalo: día de la madre, padres, etc.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2026-06-01T19:07:27Z</dcterms:created>
  <dcterms:modified xsi:type="dcterms:W3CDTF">2026-06-01T19:07:27Z</dcterms:modified>
</cp:coreProperties>
</file>