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23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2286000"/>
            <a:ext cx="5486400" cy="5486400"/>
          </a:xfrm>
          <a:prstGeom prst="ellipse">
            <a:avLst/>
          </a:prstGeom>
          <a:solidFill>
            <a:srgbClr val="1F72B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FCF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 · COMUNICACIÓN DIGITAL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APOPS Siempre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cartelera y mail al celular: la plataforma digital que el gremio necesita para los próximos 10 años.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91440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del Personal de los Organismos de Previsión Social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16 de mayo de 2026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vamos a ver?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en 19 láminas por el problema, la propuesta y el plan.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hoy la comunicación del gremio se pierde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13232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APOPS Siempre y a quién sirve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actor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Afiliados, delegados, CD y comunidad ANSES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13232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termómetro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Uso: medir el impacto en vivo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diferencial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hacerlo y por qué con esto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13232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instala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63040" y="5532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próximas iteraciones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gremio se queda invisible.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problemas concretos que la app resuelve.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460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s-AR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Avisos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y </a:t>
            </a:r>
            <a:r>
              <a:rPr lang="es-AR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mensajes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con </a:t>
            </a:r>
            <a:r>
              <a:rPr lang="es-AR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alertas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los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afiliados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delegados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y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tambien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a la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Comision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Directiva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(CD)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25780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s-AR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(CD)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saber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leyó qué,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recibieron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5256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5256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Afiliarse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plicación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firma digital, simple y  con posterior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llegaron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anteojos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46304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AR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invisibles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029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 no-APOPS sin manera de llegarles directamente.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25780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sin información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5029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herrmientas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Antes vs. después.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cada flujo cuando la app está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54864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2514600"/>
            <a:ext cx="5486400" cy="45720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87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(sin app)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587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APOPS Siempre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 </a:t>
            </a: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pierde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celular con tasa de lectura medida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Comucicados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 se leen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en feed + página pública compartible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 delegado se inunda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4023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1-a-1 ordenados con historial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sin saber cuántos leyeron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en vivo (60-80%)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no ve a no-APOPS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029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 con filtros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presencial con papeles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online + firma digital + PDF por 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6035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con noticias y </a:t>
            </a:r>
            <a:r>
              <a:rPr lang="en-US" sz="12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r>
              <a:rPr lang="en-US" sz="12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afiliación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828800"/>
            <a:ext cx="4572000" cy="4572000"/>
          </a:xfrm>
          <a:prstGeom prst="ellipse">
            <a:avLst/>
          </a:prstGeom>
          <a:solidFill>
            <a:srgbClr val="1F72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PROPUESTA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plataforma. Dos públicos.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Afiliados activos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credencial digital propia y familiar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bidireccional con CD y delegado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del gremio al celular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7FC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ANSES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Compañeros</a:t>
            </a:r>
            <a:r>
              <a:rPr lang="en-US" sz="2400" b="1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no </a:t>
            </a:r>
            <a:r>
              <a:rPr lang="en-US" sz="2400" b="1" dirty="0" err="1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sin login con noticias del </a:t>
            </a:r>
            <a:r>
              <a:rPr lang="en-US" sz="13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</a:t>
            </a:r>
            <a:endParaRPr lang="en-US" sz="1300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 err="1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Noticias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importantes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para </a:t>
            </a:r>
            <a:r>
              <a:rPr lang="en-US" sz="1300" dirty="0" err="1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los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trabajadores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 de ANSES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formulario de </a:t>
            </a: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LOS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oportunidad real, en cifras.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ANSES vivo cargado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 smtClean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11.558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Cotizantes en padrón ANSES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 mensualmente desde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~4.000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93592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APOPS hoy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usuarios activos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 smtClean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r>
              <a:rPr lang="en-US" sz="5200" b="1" dirty="0" smtClean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.558+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55664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5664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captación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34856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317736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digital posible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instalable sin Play Store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AFILIADO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herramienta en el bolsillo.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afiliado APOPS usa todos los días.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digital propia y de cada miembro del grupo familiar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 con link público al destinatario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novedades del gremio en el home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directas del delegado o de la Comisión Directiva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flotante de contacto: WhatsApp / Email / Llamar siempre visible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el celular como cualquier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siempre disponible es lo primero que el afiliado va a usar. Y compartirla por WhatsApp en 1 toque vuelve la app viral entre el grupo familiar.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DELEGADO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vista completa de su edificio.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equipamiento que hoy no tiene.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edificio: todas las personas del padrón ANSES, no solo APOPS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legajo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gremio: APOPS / ATE / UPCN / SEC / sin gremio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inmediata de candidatos a captación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comunicación bidireccional con la </a:t>
            </a:r>
            <a:r>
              <a:rPr lang="en-US" sz="1600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r>
              <a:rPr lang="en-US" sz="1600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ante altas/bajas en su edificio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WhatsApp para eventos del mes (cumpleaños, aniversarios)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delegado no tiene cómo ver fácilmente quiénes son los compañeros NO-APOPS del edificio. Con esta vista los identifica en segundos y puede invitarlos uno por uno.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LA COMISIÓN DIRECTIVA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Decisiones con datos, no con intuición.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+ dashboard de 7 vistas en vivo.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novedades: crear, editar, despublicar, eliminar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padrón ANSES desde Excel con histórico mensual preservado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vistas: Resumen, Padrón, Evolución, Eventos, Delegados, Uso, Altas/Bajas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afiliaciones online con firma + auditoría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interna con delegados y afiliados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Argentina + heatmap de edificios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del mes (cumpleaños, aniversarios) con plantillas listas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 la CD queda registrada y medida. La CD pasa de "creemos que llega" a "el 73% de los afiliados leyó la comunicación de paritaria en menos de 6 horas".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F72B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JOYA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termómetro del gremio.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"Uso" del dashboard CD: mide adopción, comunicación y engagement en vivo. Hoy ningún gremio tiene esto.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afiliados con cuenta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/ WAU / MAU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activos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visual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Comunicación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enviadas (afiliados / delegados)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(60% / 80%)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entre envío y lectura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Delegados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/ activos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Leyeron CD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por actividad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Inactivos accionables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 a CD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delegados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afiliados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leer por admin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Afiliaciones online por estado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TODA ANSES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Llegamos también a los que no son APOPS.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profundidad pública sin barrera.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pública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ANSES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</a:t>
            </a: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</a:t>
            </a:r>
            <a:r>
              <a:rPr lang="en-US" sz="12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 novedades, carousel y CTA "Afiliarme".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1772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de novedades del gremio, también sin login. Compartible por WhatsApp orgánico.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/noticias/[id]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noticia individual con link directo. Los delegados las pueden difundir a no-afiliados con 1 toque.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noticia que la CD publica es contenido compartible que cualquier delegado puede mandar a sus contactos no-APOPS."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AFILIACIÓN ONLINE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pasos. Firma digital. PDF por mail.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papeles, sin presencia, con trazabilidad legal.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obligatorios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(selector del padrón)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 y nombre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y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opcionales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/ adherentes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puesto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colapsable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+ firma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 lo cargado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descuento 3%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con el dedo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generado + enviado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firmado se envía automáticamente a 3 destinatarios: al aspirante, a la CD y al delegado del edificio.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BENEFICIOS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gana el sindicato.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concreto en operación, imagen y crecimiento.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atención telefónica y presencial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79392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concretas de impacto comunicacional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41464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cotizantes ANSES no-APOPS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34856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17736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003536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institucional moderna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17320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Digitalización: afiliación, padrón, comunicación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79392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vivo para la toma de decisiones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41464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de Play Store ni App Store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0003536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 para todos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es una app de credencial digital.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infraestructura de comunicación bidireccional medible.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públicos a la vez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con experiencia completa + comunidad ANSES con contenido público — captación incluida.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2237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Termómetro vivo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2376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CD mide adopción, lectura, engagement de delegados. Ningún gremio tiene esto hoy.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5448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equipado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edificio con filtros por gremio para identificar oportunidades de afiliación.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22376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legal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online con firma digital embebida + PDF auditable + 3 destinatarios. Defensible.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INSTALACIÓN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menos de 10 segundos.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Store, directo desde el navegador.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288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en apops.vercel.app2.  Tocar el banner "Instalar app" o el botón del header3.  Confirmar4.  Ícono APOPS en el home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iPad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235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Safari en apops.vercel.app2.  Tocar Compartir (cuadrado con flecha)3.  Elegir "Agregar a pantalla de inicio"4.  Confirmar "Agregar"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41832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4183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/ Edge / Brave2.  Ícono de instalación en la barra de URL3.  Menú · "Instalar APOPS Siempre"4.  Queda como app del sistema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64240" cy="274320"/>
          </a:xfrm>
          <a:prstGeom prst="roundRect">
            <a:avLst>
              <a:gd name="adj" fmla="val 16667"/>
            </a:avLst>
          </a:prstGeom>
          <a:solidFill>
            <a:srgbClr val="1F72B8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Se actualiza sola. Cada vez que el usuario abre la app, el navegador descarga la última versión en background. Sin Update now, sin esperas.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CORTO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Próximas semanas.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con infra ya lista, falta configuración o terminar 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51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reales al celular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VAPID deployados.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3520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con PDF firmado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y envío codeados. Falta cuenta de servicio + verificación de dominio.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HECHO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4389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"Publicador de noticias"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delegar la comunicación a Secretaría de Prensa sin acceso al padrón.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73152" cy="685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5257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end-to-end con Playwright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51760" y="5577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del flujo afiliado / delegado / admin.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MEDIANO/LARGO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viene en próximos meses.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que requieren diseño + desarrollo nuevo.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 regionales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con varios edificios bajo su cargo y vista por región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</a:t>
            </a:r>
            <a:r>
              <a:rPr lang="en-US" sz="1400" b="1" dirty="0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turismo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comercios adheridos + reservas en complejos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 que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pasando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Autogestión adherentes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agrega/edita familiares desde la 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por pantalla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interesa más a cada perfil para mejorar contenido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interna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Asambleas digitales con identificación segura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 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consultas frecuentes (días de pago, trámites)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APIs ANSES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sin cargar Excel mensual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7512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automaticas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realza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madre</a:t>
            </a:r>
            <a:r>
              <a:rPr lang="en-US" sz="11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padres, </a:t>
            </a:r>
            <a:r>
              <a:rPr lang="en-US" sz="1100" dirty="0" err="1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FCF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 no es una app de moda ni un gadget. Es la infraestructura digital que el gremio necesita para los próximos 10 años.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al afiliado · Visibilidad para captar 11.000 no-APOPS · Datos en vivo para decidir · Trámites digitales que ANSES ya va a exigir.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5577840"/>
            <a:ext cx="109728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ya está. El próximo paso es decidir el rollout.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1421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Preguntas, comentarios, próximos pasos.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73152" cy="146304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 Pacheco</a:t>
            </a:r>
            <a:endParaRPr lang="en-US" sz="1800" dirty="0"/>
          </a:p>
          <a:p>
            <a:pPr marL="0" indent="0">
              <a:buNone/>
            </a:pPr>
            <a:r>
              <a:rPr lang="en-US" sz="13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saadypacheco@gmail.com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+54 9 11 </a:t>
            </a:r>
            <a:r>
              <a:rPr lang="en-US" sz="13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54574097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vivo: 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público: </a:t>
            </a: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https://apops.vercel.app/software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5799</TotalTime>
  <Words>1989</Words>
  <Application>Microsoft Office PowerPoint</Application>
  <PresentationFormat>Panorámica</PresentationFormat>
  <Paragraphs>361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APOPS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APOPS Siempre — Propuesta</dc:title>
  <dc:subject>PptxGenJS Presentation</dc:subject>
  <dc:creator>APOPS Siempre</dc:creator>
  <cp:lastModifiedBy>User</cp:lastModifiedBy>
  <cp:revision>9</cp:revision>
  <dcterms:created xsi:type="dcterms:W3CDTF">2026-05-28T17:03:34Z</dcterms:created>
  <dcterms:modified xsi:type="dcterms:W3CDTF">2026-06-01T18:27:34Z</dcterms:modified>
</cp:coreProperties>
</file>